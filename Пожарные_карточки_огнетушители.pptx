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6858000" cy="12192000"/>
  <p:notesSz cx="6808788" cy="99409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ol shadmanov" initials="js" lastIdx="1" clrIdx="0">
    <p:extLst>
      <p:ext uri="{19B8F6BF-5375-455C-9EA6-DF929625EA0E}">
        <p15:presenceInfo xmlns:p15="http://schemas.microsoft.com/office/powerpoint/2012/main" userId="ab668e1cd2004e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2168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commentAuthors" Target="commentAuthors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567" tIns="45783" rIns="91567" bIns="45783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56738" y="0"/>
            <a:ext cx="2950475" cy="498773"/>
          </a:xfrm>
          <a:prstGeom prst="rect">
            <a:avLst/>
          </a:prstGeom>
        </p:spPr>
        <p:txBody>
          <a:bodyPr vert="horz" lIns="91567" tIns="45783" rIns="91567" bIns="45783" rtlCol="0"/>
          <a:lstStyle>
            <a:lvl1pPr algn="r">
              <a:defRPr sz="1200"/>
            </a:lvl1pPr>
          </a:lstStyle>
          <a:p>
            <a:fld id="{B06BF5B6-BAD7-4199-86E4-FC3E2DCA235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2462213" y="1244600"/>
            <a:ext cx="1884362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67" tIns="45783" rIns="91567" bIns="45783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0880" y="4784070"/>
            <a:ext cx="5447030" cy="3914240"/>
          </a:xfrm>
          <a:prstGeom prst="rect">
            <a:avLst/>
          </a:prstGeom>
        </p:spPr>
        <p:txBody>
          <a:bodyPr vert="horz" lIns="91567" tIns="45783" rIns="91567" bIns="45783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442155"/>
            <a:ext cx="2950475" cy="498772"/>
          </a:xfrm>
          <a:prstGeom prst="rect">
            <a:avLst/>
          </a:prstGeom>
        </p:spPr>
        <p:txBody>
          <a:bodyPr vert="horz" lIns="91567" tIns="45783" rIns="91567" bIns="45783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56738" y="9442155"/>
            <a:ext cx="2950475" cy="498772"/>
          </a:xfrm>
          <a:prstGeom prst="rect">
            <a:avLst/>
          </a:prstGeom>
        </p:spPr>
        <p:txBody>
          <a:bodyPr vert="horz" lIns="91567" tIns="45783" rIns="91567" bIns="45783" rtlCol="0" anchor="b"/>
          <a:lstStyle>
            <a:lvl1pPr algn="r">
              <a:defRPr sz="1200"/>
            </a:lvl1pPr>
          </a:lstStyle>
          <a:p>
            <a:fld id="{7A653F75-150E-4AC6-8BA3-8FD8D0133E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52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53F75-150E-4AC6-8BA3-8FD8D0133ED4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6487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6720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802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4116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808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894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293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212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50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r-TR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208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403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180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A45FB-FDAC-4CFB-8C40-2069E0CF3D39}" type="datetimeFigureOut">
              <a:rPr lang="tr-TR" smtClean="0"/>
              <a:t>13.01.2025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E1F32-5F48-4268-B099-A8469C33A90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994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2"/>
          <p:cNvSpPr>
            <a:spLocks noChangeArrowheads="1"/>
          </p:cNvSpPr>
          <p:nvPr/>
        </p:nvSpPr>
        <p:spPr bwMode="auto">
          <a:xfrm>
            <a:off x="458560" y="1306394"/>
            <a:ext cx="2894240" cy="3589456"/>
          </a:xfrm>
          <a:prstGeom prst="rect">
            <a:avLst/>
          </a:prstGeom>
          <a:ln w="127000">
            <a:solidFill>
              <a:srgbClr val="FF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48986" tIns="24493" rIns="48986" bIns="24493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tr-TR" sz="643" b="1" dirty="0"/>
          </a:p>
          <a:p>
            <a:pPr algn="ctr"/>
            <a:r>
              <a:rPr lang="ru-RU" sz="700" b="1" dirty="0"/>
              <a:t>КАРТА УПРАВЛЕНИЯ ОГНЕТУШИТЕЛЕМ</a:t>
            </a:r>
            <a:endParaRPr lang="tr-TR" sz="700" b="1" dirty="0"/>
          </a:p>
          <a:p>
            <a:pPr algn="ctr"/>
            <a:endParaRPr lang="tr-TR" sz="700" b="1" dirty="0"/>
          </a:p>
          <a:p>
            <a:pPr algn="ctr"/>
            <a:r>
              <a:rPr lang="tr-TR" sz="700" b="1" dirty="0"/>
              <a:t>FIRE EXTINGUISHER</a:t>
            </a:r>
            <a:r>
              <a:rPr lang="en-US" sz="700" b="1" dirty="0"/>
              <a:t> </a:t>
            </a:r>
            <a:r>
              <a:rPr lang="tr-TR" sz="700" b="1" dirty="0"/>
              <a:t>CONTROL CARD</a:t>
            </a:r>
          </a:p>
          <a:p>
            <a:pPr algn="ctr"/>
            <a:endParaRPr lang="tr-TR" sz="700" b="1" dirty="0"/>
          </a:p>
          <a:p>
            <a:pPr algn="ctr"/>
            <a:r>
              <a:rPr lang="tr-TR" sz="700" b="1" dirty="0"/>
              <a:t>YANGIN SÖNDÜRÜCÜ KONTROL KARTI</a:t>
            </a:r>
          </a:p>
        </p:txBody>
      </p:sp>
      <p:graphicFrame>
        <p:nvGraphicFramePr>
          <p:cNvPr id="100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269846"/>
              </p:ext>
            </p:extLst>
          </p:nvPr>
        </p:nvGraphicFramePr>
        <p:xfrm>
          <a:off x="560041" y="1995441"/>
          <a:ext cx="2701313" cy="2502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7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Проверено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                                  Checked By                       </a:t>
                      </a:r>
                      <a:r>
                        <a:rPr lang="en-US" sz="600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        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Kontrol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Eden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Д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ata</a:t>
                      </a:r>
                      <a:b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Date                                                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Tarih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Подпись</a:t>
                      </a:r>
                      <a:b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Signature                 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İmza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02" name="Resim 10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98" y="1604914"/>
            <a:ext cx="281452" cy="353354"/>
          </a:xfrm>
          <a:prstGeom prst="rect">
            <a:avLst/>
          </a:prstGeom>
        </p:spPr>
      </p:pic>
      <p:sp>
        <p:nvSpPr>
          <p:cNvPr id="107" name="Rectangle 2"/>
          <p:cNvSpPr>
            <a:spLocks noChangeArrowheads="1"/>
          </p:cNvSpPr>
          <p:nvPr/>
        </p:nvSpPr>
        <p:spPr bwMode="auto">
          <a:xfrm>
            <a:off x="3687535" y="1306394"/>
            <a:ext cx="2894240" cy="3589456"/>
          </a:xfrm>
          <a:prstGeom prst="rect">
            <a:avLst/>
          </a:prstGeom>
          <a:ln w="127000">
            <a:solidFill>
              <a:srgbClr val="FF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48986" tIns="24493" rIns="48986" bIns="24493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tr-TR" sz="643" b="1" dirty="0"/>
          </a:p>
          <a:p>
            <a:pPr algn="ctr"/>
            <a:r>
              <a:rPr lang="ru-RU" sz="700" b="1" dirty="0"/>
              <a:t>КАРТА УПРАВЛЕНИЯ ОГНЕТУШИТЕЛЕМ</a:t>
            </a:r>
            <a:endParaRPr lang="tr-TR" sz="700" b="1" dirty="0"/>
          </a:p>
          <a:p>
            <a:pPr algn="ctr"/>
            <a:endParaRPr lang="tr-TR" sz="700" b="1" dirty="0"/>
          </a:p>
          <a:p>
            <a:pPr algn="ctr"/>
            <a:r>
              <a:rPr lang="tr-TR" sz="700" b="1" dirty="0"/>
              <a:t>FIRE EXTINGUISHER</a:t>
            </a:r>
            <a:r>
              <a:rPr lang="en-US" sz="700" b="1" dirty="0"/>
              <a:t> </a:t>
            </a:r>
            <a:r>
              <a:rPr lang="tr-TR" sz="700" b="1" dirty="0"/>
              <a:t>CONTROL CARD</a:t>
            </a:r>
          </a:p>
          <a:p>
            <a:pPr algn="ctr"/>
            <a:endParaRPr lang="tr-TR" sz="700" b="1" dirty="0"/>
          </a:p>
          <a:p>
            <a:pPr algn="ctr"/>
            <a:r>
              <a:rPr lang="tr-TR" sz="700" b="1" dirty="0"/>
              <a:t>YANGIN SÖNDÜRÜCÜ KONTROL KARTI</a:t>
            </a:r>
          </a:p>
        </p:txBody>
      </p:sp>
      <p:graphicFrame>
        <p:nvGraphicFramePr>
          <p:cNvPr id="108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0210"/>
              </p:ext>
            </p:extLst>
          </p:nvPr>
        </p:nvGraphicFramePr>
        <p:xfrm>
          <a:off x="3789016" y="1995441"/>
          <a:ext cx="2701313" cy="2502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7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Проверено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                               Checked By                             </a:t>
                      </a:r>
                      <a:r>
                        <a:rPr lang="en-US" sz="600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   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Kontrol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Eden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Д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ata</a:t>
                      </a:r>
                      <a:b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Date                                                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Tarih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Подпись</a:t>
                      </a:r>
                      <a:b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Signature                 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İmza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29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 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4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10" name="Resim 10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973" y="1604914"/>
            <a:ext cx="281452" cy="353354"/>
          </a:xfrm>
          <a:prstGeom prst="rect">
            <a:avLst/>
          </a:prstGeom>
        </p:spPr>
      </p:pic>
      <p:sp>
        <p:nvSpPr>
          <p:cNvPr id="115" name="Rectangle 2"/>
          <p:cNvSpPr>
            <a:spLocks noChangeArrowheads="1"/>
          </p:cNvSpPr>
          <p:nvPr/>
        </p:nvSpPr>
        <p:spPr bwMode="auto">
          <a:xfrm>
            <a:off x="458560" y="7526219"/>
            <a:ext cx="2894240" cy="3589456"/>
          </a:xfrm>
          <a:prstGeom prst="rect">
            <a:avLst/>
          </a:prstGeom>
          <a:ln w="127000">
            <a:solidFill>
              <a:srgbClr val="FF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48986" tIns="24493" rIns="48986" bIns="24493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tr-TR" sz="643" b="1" dirty="0"/>
          </a:p>
          <a:p>
            <a:pPr algn="ctr"/>
            <a:r>
              <a:rPr lang="ru-RU" sz="700" b="1" dirty="0"/>
              <a:t>КАРТА УПРАВЛЕНИЯ ОГНЕТУШИТЕЛЕМ</a:t>
            </a:r>
            <a:endParaRPr lang="tr-TR" sz="700" b="1" dirty="0"/>
          </a:p>
          <a:p>
            <a:pPr algn="ctr"/>
            <a:endParaRPr lang="tr-TR" sz="700" b="1" dirty="0"/>
          </a:p>
          <a:p>
            <a:pPr algn="ctr"/>
            <a:r>
              <a:rPr lang="tr-TR" sz="700" b="1" dirty="0"/>
              <a:t>FIRE EXTINGUISHER</a:t>
            </a:r>
            <a:r>
              <a:rPr lang="en-US" sz="700" b="1" dirty="0"/>
              <a:t> </a:t>
            </a:r>
            <a:r>
              <a:rPr lang="tr-TR" sz="700" b="1" dirty="0"/>
              <a:t>CONTROL CARD</a:t>
            </a:r>
          </a:p>
          <a:p>
            <a:pPr algn="ctr"/>
            <a:endParaRPr lang="tr-TR" sz="700" b="1" dirty="0"/>
          </a:p>
          <a:p>
            <a:pPr algn="ctr"/>
            <a:r>
              <a:rPr lang="tr-TR" sz="700" b="1" dirty="0"/>
              <a:t>YANGIN SÖNDÜRÜCÜ KONTROL KARTI</a:t>
            </a:r>
          </a:p>
        </p:txBody>
      </p:sp>
      <p:graphicFrame>
        <p:nvGraphicFramePr>
          <p:cNvPr id="11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53309"/>
              </p:ext>
            </p:extLst>
          </p:nvPr>
        </p:nvGraphicFramePr>
        <p:xfrm>
          <a:off x="560041" y="8215266"/>
          <a:ext cx="2701313" cy="2574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Проверено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                               Checked By                       </a:t>
                      </a:r>
                      <a:r>
                        <a:rPr lang="en-US" sz="600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   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Kontrol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Eden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Д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ata</a:t>
                      </a:r>
                      <a:b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Date                                                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Tarih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Подпись</a:t>
                      </a:r>
                      <a:b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Signature                 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İmza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0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18" name="Resim 1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98" y="7824739"/>
            <a:ext cx="281452" cy="353354"/>
          </a:xfrm>
          <a:prstGeom prst="rect">
            <a:avLst/>
          </a:prstGeom>
        </p:spPr>
      </p:pic>
      <p:sp>
        <p:nvSpPr>
          <p:cNvPr id="119" name="Rectangle 2"/>
          <p:cNvSpPr>
            <a:spLocks noChangeArrowheads="1"/>
          </p:cNvSpPr>
          <p:nvPr/>
        </p:nvSpPr>
        <p:spPr bwMode="auto">
          <a:xfrm>
            <a:off x="3552588" y="7523044"/>
            <a:ext cx="2894240" cy="3589456"/>
          </a:xfrm>
          <a:prstGeom prst="rect">
            <a:avLst/>
          </a:prstGeom>
          <a:ln w="127000">
            <a:solidFill>
              <a:srgbClr val="FF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48986" tIns="24493" rIns="48986" bIns="24493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tr-TR" sz="643" b="1" dirty="0"/>
          </a:p>
          <a:p>
            <a:pPr algn="ctr"/>
            <a:r>
              <a:rPr lang="ru-RU" sz="700" b="1" dirty="0"/>
              <a:t>КАРТА УПРАВЛЕНИЯ ОГНЕТУШИТЕЛЕМ</a:t>
            </a:r>
            <a:endParaRPr lang="tr-TR" sz="700" b="1" dirty="0"/>
          </a:p>
          <a:p>
            <a:pPr algn="ctr"/>
            <a:endParaRPr lang="tr-TR" sz="700" b="1" dirty="0"/>
          </a:p>
          <a:p>
            <a:pPr algn="ctr"/>
            <a:r>
              <a:rPr lang="tr-TR" sz="700" b="1" dirty="0"/>
              <a:t>FIRE EXTINGUISHER</a:t>
            </a:r>
            <a:r>
              <a:rPr lang="en-US" sz="700" b="1" dirty="0"/>
              <a:t> </a:t>
            </a:r>
            <a:r>
              <a:rPr lang="tr-TR" sz="700" b="1" dirty="0"/>
              <a:t>CONTROL CARD</a:t>
            </a:r>
          </a:p>
          <a:p>
            <a:pPr algn="ctr"/>
            <a:endParaRPr lang="tr-TR" sz="700" b="1" dirty="0"/>
          </a:p>
          <a:p>
            <a:pPr algn="ctr"/>
            <a:r>
              <a:rPr lang="tr-TR" sz="700" b="1" dirty="0"/>
              <a:t>YANGIN SÖNDÜRÜCÜ KONTROL KARTI</a:t>
            </a:r>
          </a:p>
        </p:txBody>
      </p:sp>
      <p:graphicFrame>
        <p:nvGraphicFramePr>
          <p:cNvPr id="120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372117"/>
              </p:ext>
            </p:extLst>
          </p:nvPr>
        </p:nvGraphicFramePr>
        <p:xfrm>
          <a:off x="3649437" y="8215266"/>
          <a:ext cx="2703738" cy="2574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4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Проверено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                                 Checked By                            </a:t>
                      </a:r>
                      <a:r>
                        <a:rPr lang="en-US" sz="600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   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Kontrol</a:t>
                      </a: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Eden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Д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ata</a:t>
                      </a:r>
                      <a:b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Date                                                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Tarih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Подпись</a:t>
                      </a:r>
                      <a:br>
                        <a:rPr lang="ru-RU" sz="6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Signature                          </a:t>
                      </a:r>
                      <a:r>
                        <a:rPr lang="en-US" sz="6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İmza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0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600" b="1" i="0" u="none" strike="noStrike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600" b="1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5103" marR="5103" marT="51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22" name="Resim 1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973" y="7824739"/>
            <a:ext cx="281452" cy="35335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525" y="1451611"/>
            <a:ext cx="532061" cy="474031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767" y="1460196"/>
            <a:ext cx="532061" cy="474031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193" y="7671845"/>
            <a:ext cx="532061" cy="474031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314" y="7663264"/>
            <a:ext cx="532061" cy="47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85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BF75929D52472478AB1668E58DB8069" ma:contentTypeVersion="15" ma:contentTypeDescription="Создание документа." ma:contentTypeScope="" ma:versionID="12b5bfc017daa6873251c16824d6208a">
  <xsd:schema xmlns:xsd="http://www.w3.org/2001/XMLSchema" xmlns:xs="http://www.w3.org/2001/XMLSchema" xmlns:p="http://schemas.microsoft.com/office/2006/metadata/properties" xmlns:ns2="3ce2ae4e-bd1b-47ec-a92d-b9ae2324212b" xmlns:ns3="0f15d927-a87f-417a-8d58-bffa0ef560bf" targetNamespace="http://schemas.microsoft.com/office/2006/metadata/properties" ma:root="true" ma:fieldsID="9dfe19e318a4a12faa27290fe375899a" ns2:_="" ns3:_="">
    <xsd:import namespace="3ce2ae4e-bd1b-47ec-a92d-b9ae2324212b"/>
    <xsd:import namespace="0f15d927-a87f-417a-8d58-bffa0ef560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e2ae4e-bd1b-47ec-a92d-b9ae232421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81fe904-b0d3-4f5f-8023-6b547404f2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15d927-a87f-417a-8d58-bffa0ef560b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f22b549-6b44-493e-b5cd-f52a8fae2337}" ma:internalName="TaxCatchAll" ma:showField="CatchAllData" ma:web="0f15d927-a87f-417a-8d58-bffa0ef560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f15d927-a87f-417a-8d58-bffa0ef560bf">
      <UserInfo>
        <DisplayName/>
        <AccountId xsi:nil="true"/>
        <AccountType/>
      </UserInfo>
    </SharedWithUsers>
    <TaxCatchAll xmlns="0f15d927-a87f-417a-8d58-bffa0ef560bf" xsi:nil="true"/>
    <lcf76f155ced4ddcb4097134ff3c332f xmlns="3ce2ae4e-bd1b-47ec-a92d-b9ae232421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B34CEBF-85D7-453E-A607-00782F21EB5E}"/>
</file>

<file path=customXml/itemProps2.xml><?xml version="1.0" encoding="utf-8"?>
<ds:datastoreItem xmlns:ds="http://schemas.openxmlformats.org/officeDocument/2006/customXml" ds:itemID="{FE005C08-D9D5-4D4A-8C81-5E2A1B468C09}"/>
</file>

<file path=customXml/itemProps3.xml><?xml version="1.0" encoding="utf-8"?>
<ds:datastoreItem xmlns:ds="http://schemas.openxmlformats.org/officeDocument/2006/customXml" ds:itemID="{2459C5E1-3EEB-4419-A643-B36FB34A5ED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</TotalTime>
  <Words>297</Words>
  <Application>Microsoft Office PowerPoint</Application>
  <PresentationFormat>Widescreen</PresentationFormat>
  <Paragraphs>233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Teması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Fatih Vicdan</dc:creator>
  <cp:lastModifiedBy>Rushaniya Yanova</cp:lastModifiedBy>
  <cp:revision>12</cp:revision>
  <cp:lastPrinted>2025-01-13T02:38:31Z</cp:lastPrinted>
  <dcterms:created xsi:type="dcterms:W3CDTF">2020-04-28T11:55:31Z</dcterms:created>
  <dcterms:modified xsi:type="dcterms:W3CDTF">2025-01-13T11:20:47Z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365400</vt:r8>
  </property>
  <property fmtid="{D5CDD505-2E9C-101B-9397-08002B2CF9AE}" pid="3" name="ContentTypeId">
    <vt:lpwstr>0x010100DBF75929D52472478AB1668E58DB8069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