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369" r:id="rId5"/>
    <p:sldId id="370" r:id="rId6"/>
  </p:sldIdLst>
  <p:sldSz cx="12192000" cy="6858000"/>
  <p:notesSz cx="6808788" cy="9940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5325" autoAdjust="0"/>
  </p:normalViewPr>
  <p:slideViewPr>
    <p:cSldViewPr snapToGrid="0">
      <p:cViewPr varScale="1">
        <p:scale>
          <a:sx n="69" d="100"/>
          <a:sy n="69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okhir Kulmuradov" userId="4a925025-c8be-4721-baef-4be75d5c9b26" providerId="ADAL" clId="{B8E36AB7-1ADE-4431-B717-54285362A88A}"/>
    <pc:docChg chg="undo custSel addSld delSld modSld modMainMaster modNotesMaster">
      <pc:chgData name="Javokhir Kulmuradov" userId="4a925025-c8be-4721-baef-4be75d5c9b26" providerId="ADAL" clId="{B8E36AB7-1ADE-4431-B717-54285362A88A}" dt="2025-10-16T08:36:23.580" v="175"/>
      <pc:docMkLst>
        <pc:docMk/>
      </pc:docMkLst>
      <pc:sldChg chg="add del">
        <pc:chgData name="Javokhir Kulmuradov" userId="4a925025-c8be-4721-baef-4be75d5c9b26" providerId="ADAL" clId="{B8E36AB7-1ADE-4431-B717-54285362A88A}" dt="2025-10-16T08:36:17.748" v="117" actId="2696"/>
        <pc:sldMkLst>
          <pc:docMk/>
          <pc:sldMk cId="1425311734" sldId="369"/>
        </pc:sldMkLst>
      </pc:sldChg>
      <pc:sldChg chg="addSp delSp modSp add">
        <pc:chgData name="Javokhir Kulmuradov" userId="4a925025-c8be-4721-baef-4be75d5c9b26" providerId="ADAL" clId="{B8E36AB7-1ADE-4431-B717-54285362A88A}" dt="2025-10-16T08:25:08.029" v="112" actId="27636"/>
        <pc:sldMkLst>
          <pc:docMk/>
          <pc:sldMk cId="2334180747" sldId="370"/>
        </pc:sldMkLst>
        <pc:spChg chg="mod">
          <ac:chgData name="Javokhir Kulmuradov" userId="4a925025-c8be-4721-baef-4be75d5c9b26" providerId="ADAL" clId="{B8E36AB7-1ADE-4431-B717-54285362A88A}" dt="2025-10-16T08:25:08.029" v="112" actId="27636"/>
          <ac:spMkLst>
            <pc:docMk/>
            <pc:sldMk cId="2334180747" sldId="370"/>
            <ac:spMk id="4" creationId="{922FC816-B646-09E5-5861-413FCABC749A}"/>
          </ac:spMkLst>
        </pc:spChg>
        <pc:picChg chg="del">
          <ac:chgData name="Javokhir Kulmuradov" userId="4a925025-c8be-4721-baef-4be75d5c9b26" providerId="ADAL" clId="{B8E36AB7-1ADE-4431-B717-54285362A88A}" dt="2025-10-16T08:12:38.385" v="7" actId="478"/>
          <ac:picMkLst>
            <pc:docMk/>
            <pc:sldMk cId="2334180747" sldId="370"/>
            <ac:picMk id="3" creationId="{47160A27-1FD9-8027-17D2-92AEEF75E527}"/>
          </ac:picMkLst>
        </pc:picChg>
        <pc:picChg chg="del">
          <ac:chgData name="Javokhir Kulmuradov" userId="4a925025-c8be-4721-baef-4be75d5c9b26" providerId="ADAL" clId="{B8E36AB7-1ADE-4431-B717-54285362A88A}" dt="2025-10-16T08:12:33.061" v="6" actId="478"/>
          <ac:picMkLst>
            <pc:docMk/>
            <pc:sldMk cId="2334180747" sldId="370"/>
            <ac:picMk id="13" creationId="{7F5BCD64-12B4-8565-6516-EB9CBAC280B6}"/>
          </ac:picMkLst>
        </pc:picChg>
        <pc:picChg chg="del">
          <ac:chgData name="Javokhir Kulmuradov" userId="4a925025-c8be-4721-baef-4be75d5c9b26" providerId="ADAL" clId="{B8E36AB7-1ADE-4431-B717-54285362A88A}" dt="2025-10-16T08:12:28.930" v="5" actId="478"/>
          <ac:picMkLst>
            <pc:docMk/>
            <pc:sldMk cId="2334180747" sldId="370"/>
            <ac:picMk id="14" creationId="{5945EDE4-DAE4-D5C6-193A-A8CFFB90AC69}"/>
          </ac:picMkLst>
        </pc:picChg>
        <pc:picChg chg="add mod">
          <ac:chgData name="Javokhir Kulmuradov" userId="4a925025-c8be-4721-baef-4be75d5c9b26" providerId="ADAL" clId="{B8E36AB7-1ADE-4431-B717-54285362A88A}" dt="2025-10-16T08:20:32.276" v="16" actId="1076"/>
          <ac:picMkLst>
            <pc:docMk/>
            <pc:sldMk cId="2334180747" sldId="370"/>
            <ac:picMk id="16" creationId="{34B7F5F1-3635-4045-AF5F-FC0DF886316C}"/>
          </ac:picMkLst>
        </pc:picChg>
        <pc:picChg chg="add mod">
          <ac:chgData name="Javokhir Kulmuradov" userId="4a925025-c8be-4721-baef-4be75d5c9b26" providerId="ADAL" clId="{B8E36AB7-1ADE-4431-B717-54285362A88A}" dt="2025-10-16T08:20:51.410" v="18" actId="1076"/>
          <ac:picMkLst>
            <pc:docMk/>
            <pc:sldMk cId="2334180747" sldId="370"/>
            <ac:picMk id="17" creationId="{BDB5F7BB-A572-4298-9963-8CBDBF8B0EB7}"/>
          </ac:picMkLst>
        </pc:picChg>
        <pc:picChg chg="add mod">
          <ac:chgData name="Javokhir Kulmuradov" userId="4a925025-c8be-4721-baef-4be75d5c9b26" providerId="ADAL" clId="{B8E36AB7-1ADE-4431-B717-54285362A88A}" dt="2025-10-16T08:21:07.336" v="19" actId="571"/>
          <ac:picMkLst>
            <pc:docMk/>
            <pc:sldMk cId="2334180747" sldId="370"/>
            <ac:picMk id="18" creationId="{19148A38-9B3B-4F8C-B043-1087F1BFB172}"/>
          </ac:picMkLst>
        </pc:picChg>
        <pc:picChg chg="add mod">
          <ac:chgData name="Javokhir Kulmuradov" userId="4a925025-c8be-4721-baef-4be75d5c9b26" providerId="ADAL" clId="{B8E36AB7-1ADE-4431-B717-54285362A88A}" dt="2025-10-16T08:21:13.645" v="20" actId="571"/>
          <ac:picMkLst>
            <pc:docMk/>
            <pc:sldMk cId="2334180747" sldId="370"/>
            <ac:picMk id="19" creationId="{F5F4FB39-FA32-4E3A-890B-7A59AF5A92CC}"/>
          </ac:picMkLst>
        </pc:picChg>
        <pc:picChg chg="add mod">
          <ac:chgData name="Javokhir Kulmuradov" userId="4a925025-c8be-4721-baef-4be75d5c9b26" providerId="ADAL" clId="{B8E36AB7-1ADE-4431-B717-54285362A88A}" dt="2025-10-16T08:21:18.154" v="21" actId="571"/>
          <ac:picMkLst>
            <pc:docMk/>
            <pc:sldMk cId="2334180747" sldId="370"/>
            <ac:picMk id="20" creationId="{9998A650-B0F5-4FE1-9C30-B2544573D1D0}"/>
          </ac:picMkLst>
        </pc:picChg>
        <pc:picChg chg="add mod">
          <ac:chgData name="Javokhir Kulmuradov" userId="4a925025-c8be-4721-baef-4be75d5c9b26" providerId="ADAL" clId="{B8E36AB7-1ADE-4431-B717-54285362A88A}" dt="2025-10-16T08:21:40.239" v="22" actId="571"/>
          <ac:picMkLst>
            <pc:docMk/>
            <pc:sldMk cId="2334180747" sldId="370"/>
            <ac:picMk id="21" creationId="{E7511FE8-1E4D-4B3A-99D7-740A152D0EA3}"/>
          </ac:picMkLst>
        </pc:picChg>
      </pc:sldChg>
      <pc:sldChg chg="add del">
        <pc:chgData name="Javokhir Kulmuradov" userId="4a925025-c8be-4721-baef-4be75d5c9b26" providerId="ADAL" clId="{B8E36AB7-1ADE-4431-B717-54285362A88A}" dt="2025-10-16T08:12:17.595" v="3" actId="2696"/>
        <pc:sldMkLst>
          <pc:docMk/>
          <pc:sldMk cId="2560567548" sldId="370"/>
        </pc:sldMkLst>
      </pc:sldChg>
      <pc:sldChg chg="add del">
        <pc:chgData name="Javokhir Kulmuradov" userId="4a925025-c8be-4721-baef-4be75d5c9b26" providerId="ADAL" clId="{B8E36AB7-1ADE-4431-B717-54285362A88A}" dt="2025-10-16T08:12:11.437" v="2" actId="2696"/>
        <pc:sldMkLst>
          <pc:docMk/>
          <pc:sldMk cId="58880052" sldId="371"/>
        </pc:sldMkLst>
      </pc:sldChg>
      <pc:sldMasterChg chg="modSp">
        <pc:chgData name="Javokhir Kulmuradov" userId="4a925025-c8be-4721-baef-4be75d5c9b26" providerId="ADAL" clId="{B8E36AB7-1ADE-4431-B717-54285362A88A}" dt="2025-10-16T08:36:23.580" v="175"/>
        <pc:sldMasterMkLst>
          <pc:docMk/>
          <pc:sldMasterMk cId="2398904926" sldId="2147483660"/>
        </pc:sldMasterMkLst>
        <pc:spChg chg="mod ord">
          <ac:chgData name="Javokhir Kulmuradov" userId="4a925025-c8be-4721-baef-4be75d5c9b26" providerId="ADAL" clId="{B8E36AB7-1ADE-4431-B717-54285362A88A}" dt="2025-10-16T08:36:23.565" v="146"/>
          <ac:spMkLst>
            <pc:docMk/>
            <pc:sldMasterMk cId="2398904926" sldId="2147483660"/>
            <ac:spMk id="7" creationId="{A648572E-268A-4B28-A937-7B7E4E121804}"/>
          </ac:spMkLst>
        </pc:spChg>
        <pc:spChg chg="mod ord">
          <ac:chgData name="Javokhir Kulmuradov" userId="4a925025-c8be-4721-baef-4be75d5c9b26" providerId="ADAL" clId="{B8E36AB7-1ADE-4431-B717-54285362A88A}" dt="2025-10-16T08:36:23.580" v="175"/>
          <ac:spMkLst>
            <pc:docMk/>
            <pc:sldMasterMk cId="2398904926" sldId="2147483660"/>
            <ac:spMk id="9" creationId="{13667235-05B5-4E96-BE24-2DD1077DFF4E}"/>
          </ac:spMkLst>
        </pc:spChg>
      </pc:sldMasterChg>
    </pc:docChg>
  </pc:docChgLst>
  <pc:docChgLst>
    <pc:chgData name="Rushaniya Yanova" userId="8744e93f-a0e6-4188-8a7a-f801c05a5a58" providerId="ADAL" clId="{ADA56E8D-7577-4F61-8EB8-9DC4A2961852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C195B-B61D-40F7-A8C9-5A3A999A1342}" type="datetimeFigureOut">
              <a:rPr lang="en-PK" smtClean="0"/>
              <a:t>10/16/2025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070"/>
            <a:ext cx="5447030" cy="3914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5D09E-5715-41AF-BB45-A3C1EB43F22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39782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5D09E-5715-41AF-BB45-A3C1EB43F225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72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5D09E-5715-41AF-BB45-A3C1EB43F225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57022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4245" y="1307690"/>
            <a:ext cx="4556805" cy="4277033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5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36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603" y="534081"/>
            <a:ext cx="10515600" cy="2852737"/>
          </a:xfrm>
        </p:spPr>
        <p:txBody>
          <a:bodyPr anchor="b">
            <a:normAutofit/>
          </a:bodyPr>
          <a:lstStyle>
            <a:lvl1pPr algn="ctr">
              <a:defRPr lang="en-US" sz="7200" kern="1200" dirty="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0603" y="3386818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9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7CED-41F5-4238-9A90-CD8977DB3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2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35" y="365126"/>
            <a:ext cx="11649692" cy="7511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635" y="1242445"/>
            <a:ext cx="11649691" cy="4920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7CED-41F5-4238-9A90-CD8977DB399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2437" y="6318472"/>
            <a:ext cx="934193" cy="44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373371"/>
            <a:ext cx="12192000" cy="4846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277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8194" y="377677"/>
            <a:ext cx="9478297" cy="628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3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30442"/>
            <a:ext cx="1164877" cy="72368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943" y="365126"/>
            <a:ext cx="11358383" cy="751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42445"/>
            <a:ext cx="11132126" cy="4920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6863" y="6371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3294" y="6368224"/>
            <a:ext cx="2357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07CED-41F5-4238-9A90-CD8977DB39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2437" y="6318472"/>
            <a:ext cx="934193" cy="440880"/>
          </a:xfrm>
          <a:prstGeom prst="rect">
            <a:avLst/>
          </a:prstGeom>
        </p:spPr>
      </p:pic>
      <p:sp>
        <p:nvSpPr>
          <p:cNvPr id="7" name="MSIPCMContentMarking" descr="{&quot;HashCode&quot;:434294868,&quot;Placement&quot;:&quot;Footer&quot;,&quot;Top&quot;:517.997253,&quot;Left&quot;:452.596222,&quot;SlideWidth&quot;:960,&quot;SlideHeight&quot;:540}">
            <a:extLst>
              <a:ext uri="{FF2B5EF4-FFF2-40B4-BE49-F238E27FC236}">
                <a16:creationId xmlns:a16="http://schemas.microsoft.com/office/drawing/2014/main" id="{A648572E-268A-4B28-A937-7B7E4E121804}"/>
              </a:ext>
            </a:extLst>
          </p:cNvPr>
          <p:cNvSpPr txBox="1"/>
          <p:nvPr/>
        </p:nvSpPr>
        <p:spPr>
          <a:xfrm>
            <a:off x="5747972" y="6578565"/>
            <a:ext cx="696056" cy="27943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rgbClr val="A80000"/>
                </a:solidFill>
                <a:latin typeface="Calibri" panose="020F0502020204030204" pitchFamily="34" charset="0"/>
              </a:rPr>
              <a:t>PUBLIC</a:t>
            </a:r>
          </a:p>
        </p:txBody>
      </p:sp>
      <p:sp>
        <p:nvSpPr>
          <p:cNvPr id="9" name="MSIPCMContentMarking" descr="{&quot;HashCode&quot;:434294868,&quot;Placement&quot;:&quot;Footer&quot;,&quot;Top&quot;:517.997253,&quot;Left&quot;:452.596222,&quot;SlideWidth&quot;:960,&quot;SlideHeight&quot;:540}">
            <a:extLst>
              <a:ext uri="{FF2B5EF4-FFF2-40B4-BE49-F238E27FC236}">
                <a16:creationId xmlns:a16="http://schemas.microsoft.com/office/drawing/2014/main" id="{13667235-05B5-4E96-BE24-2DD1077DFF4E}"/>
              </a:ext>
            </a:extLst>
          </p:cNvPr>
          <p:cNvSpPr txBox="1"/>
          <p:nvPr userDrawn="1"/>
        </p:nvSpPr>
        <p:spPr>
          <a:xfrm>
            <a:off x="5747972" y="6578565"/>
            <a:ext cx="696056" cy="27943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tr-TR" sz="1100">
                <a:solidFill>
                  <a:srgbClr val="A80000"/>
                </a:solidFill>
                <a:latin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398904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2FC816-B646-09E5-5861-413FCABC749A}"/>
              </a:ext>
            </a:extLst>
          </p:cNvPr>
          <p:cNvSpPr txBox="1"/>
          <p:nvPr/>
        </p:nvSpPr>
        <p:spPr>
          <a:xfrm>
            <a:off x="271154" y="21306"/>
            <a:ext cx="11649692" cy="751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План эвакуации</a:t>
            </a:r>
            <a:endParaRPr lang="en-US" sz="2800" b="1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2" descr="Знак D03 Место курения 10х10 купить, цены в Москве на Мегамаркет">
            <a:extLst>
              <a:ext uri="{FF2B5EF4-FFF2-40B4-BE49-F238E27FC236}">
                <a16:creationId xmlns:a16="http://schemas.microsoft.com/office/drawing/2014/main" id="{F5459F20-D660-4843-92E3-12206D2ED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4745" y="2470825"/>
            <a:ext cx="397212" cy="39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green sign with a person running&#10;&#10;Description automatically generated">
            <a:extLst>
              <a:ext uri="{FF2B5EF4-FFF2-40B4-BE49-F238E27FC236}">
                <a16:creationId xmlns:a16="http://schemas.microsoft.com/office/drawing/2014/main" id="{1D5FD1DC-2C5A-8131-B12F-8B94CC80B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23858"/>
            <a:ext cx="515161" cy="194616"/>
          </a:xfrm>
          <a:prstGeom prst="rect">
            <a:avLst/>
          </a:prstGeom>
        </p:spPr>
      </p:pic>
      <p:pic>
        <p:nvPicPr>
          <p:cNvPr id="7" name="Picture 6" descr="A green sign with a person running&#10;&#10;Description automatically generated">
            <a:extLst>
              <a:ext uri="{FF2B5EF4-FFF2-40B4-BE49-F238E27FC236}">
                <a16:creationId xmlns:a16="http://schemas.microsoft.com/office/drawing/2014/main" id="{FD4EF617-6893-7C74-4191-357DA95AB5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285" y="4395649"/>
            <a:ext cx="515161" cy="194616"/>
          </a:xfrm>
          <a:prstGeom prst="rect">
            <a:avLst/>
          </a:prstGeom>
        </p:spPr>
      </p:pic>
      <p:pic>
        <p:nvPicPr>
          <p:cNvPr id="9" name="Picture 8" descr="A green sign with white arrows and people&#10;&#10;Description automatically generated">
            <a:extLst>
              <a:ext uri="{FF2B5EF4-FFF2-40B4-BE49-F238E27FC236}">
                <a16:creationId xmlns:a16="http://schemas.microsoft.com/office/drawing/2014/main" id="{18252C30-04C1-85EA-F8D8-C288A520A2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626" y="2041231"/>
            <a:ext cx="397213" cy="397213"/>
          </a:xfrm>
          <a:prstGeom prst="rect">
            <a:avLst/>
          </a:prstGeom>
        </p:spPr>
      </p:pic>
      <p:pic>
        <p:nvPicPr>
          <p:cNvPr id="10" name="Picture 9" descr="A green sign with white arrows and people&#10;&#10;Description automatically generated">
            <a:extLst>
              <a:ext uri="{FF2B5EF4-FFF2-40B4-BE49-F238E27FC236}">
                <a16:creationId xmlns:a16="http://schemas.microsoft.com/office/drawing/2014/main" id="{8FAD75B6-D844-F72F-A929-8AA2DD9BF3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285" y="2041232"/>
            <a:ext cx="397213" cy="397213"/>
          </a:xfrm>
          <a:prstGeom prst="rect">
            <a:avLst/>
          </a:prstGeom>
        </p:spPr>
      </p:pic>
      <p:pic>
        <p:nvPicPr>
          <p:cNvPr id="12" name="Picture 11" descr="A green and white cross on a green background&#10;&#10;Description automatically generated">
            <a:extLst>
              <a:ext uri="{FF2B5EF4-FFF2-40B4-BE49-F238E27FC236}">
                <a16:creationId xmlns:a16="http://schemas.microsoft.com/office/drawing/2014/main" id="{6C8DD8B5-BDD1-9940-1F47-B63DE73F50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446" y="1782108"/>
            <a:ext cx="397213" cy="397213"/>
          </a:xfrm>
          <a:prstGeom prst="rect">
            <a:avLst/>
          </a:prstGeom>
        </p:spPr>
      </p:pic>
      <p:pic>
        <p:nvPicPr>
          <p:cNvPr id="2" name="Picture 1" descr="A green and white cross on a green background&#10;&#10;Description automatically generated">
            <a:extLst>
              <a:ext uri="{FF2B5EF4-FFF2-40B4-BE49-F238E27FC236}">
                <a16:creationId xmlns:a16="http://schemas.microsoft.com/office/drawing/2014/main" id="{6CA82832-5F3F-916F-741A-17D60720C6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370" y="2804794"/>
            <a:ext cx="397213" cy="397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EC5F51-6B75-970D-9F03-9D91B9C32F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932"/>
          <a:stretch/>
        </p:blipFill>
        <p:spPr>
          <a:xfrm>
            <a:off x="590804" y="839195"/>
            <a:ext cx="10823956" cy="5163941"/>
          </a:xfrm>
          <a:prstGeom prst="rect">
            <a:avLst/>
          </a:prstGeom>
        </p:spPr>
      </p:pic>
      <p:pic>
        <p:nvPicPr>
          <p:cNvPr id="3" name="Picture 2" descr="Знак D03 Место курения 10х10 купить, цены в Москве на Мегамаркет">
            <a:extLst>
              <a:ext uri="{FF2B5EF4-FFF2-40B4-BE49-F238E27FC236}">
                <a16:creationId xmlns:a16="http://schemas.microsoft.com/office/drawing/2014/main" id="{47160A27-1FD9-8027-17D2-92AEEF75E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57508" y="1782108"/>
            <a:ext cx="397212" cy="39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green and white cross on a green background&#10;&#10;Description automatically generated">
            <a:extLst>
              <a:ext uri="{FF2B5EF4-FFF2-40B4-BE49-F238E27FC236}">
                <a16:creationId xmlns:a16="http://schemas.microsoft.com/office/drawing/2014/main" id="{A22C980F-5858-F206-D37A-62554F4C30E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6572" y="2350277"/>
            <a:ext cx="309801" cy="309801"/>
          </a:xfrm>
          <a:prstGeom prst="rect">
            <a:avLst/>
          </a:prstGeom>
        </p:spPr>
      </p:pic>
      <p:pic>
        <p:nvPicPr>
          <p:cNvPr id="13" name="Picture 12" descr="A green sign with white arrows and people&#10;&#10;Description automatically generated">
            <a:extLst>
              <a:ext uri="{FF2B5EF4-FFF2-40B4-BE49-F238E27FC236}">
                <a16:creationId xmlns:a16="http://schemas.microsoft.com/office/drawing/2014/main" id="{7F5BCD64-12B4-8565-6516-EB9CBAC280B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3413" y="968498"/>
            <a:ext cx="397213" cy="397213"/>
          </a:xfrm>
          <a:prstGeom prst="rect">
            <a:avLst/>
          </a:prstGeom>
        </p:spPr>
      </p:pic>
      <p:pic>
        <p:nvPicPr>
          <p:cNvPr id="14" name="Picture 13" descr="A green sign with white arrows and people&#10;&#10;Description automatically generated">
            <a:extLst>
              <a:ext uri="{FF2B5EF4-FFF2-40B4-BE49-F238E27FC236}">
                <a16:creationId xmlns:a16="http://schemas.microsoft.com/office/drawing/2014/main" id="{5945EDE4-DAE4-D5C6-193A-A8CFFB90AC6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8546" y="968498"/>
            <a:ext cx="397213" cy="3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1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2FC816-B646-09E5-5861-413FCABC749A}"/>
              </a:ext>
            </a:extLst>
          </p:cNvPr>
          <p:cNvSpPr txBox="1"/>
          <p:nvPr/>
        </p:nvSpPr>
        <p:spPr>
          <a:xfrm>
            <a:off x="271154" y="21306"/>
            <a:ext cx="11649692" cy="751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План размещения аптечек</a:t>
            </a:r>
            <a:r>
              <a:rPr lang="en-US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/</a:t>
            </a:r>
            <a:r>
              <a:rPr lang="uz-Cyrl-UZ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Dorixona</a:t>
            </a:r>
            <a:r>
              <a:rPr lang="en-US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qutilarini</a:t>
            </a:r>
            <a:r>
              <a:rPr lang="en-US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joylashtirish</a:t>
            </a:r>
            <a:r>
              <a:rPr lang="en-US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plani</a:t>
            </a:r>
            <a:r>
              <a:rPr lang="en-US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endParaRPr lang="en-US" sz="2800" b="1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2" descr="Знак D03 Место курения 10х10 купить, цены в Москве на Мегамаркет">
            <a:extLst>
              <a:ext uri="{FF2B5EF4-FFF2-40B4-BE49-F238E27FC236}">
                <a16:creationId xmlns:a16="http://schemas.microsoft.com/office/drawing/2014/main" id="{F5459F20-D660-4843-92E3-12206D2ED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4745" y="2470825"/>
            <a:ext cx="397212" cy="39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green sign with a person running&#10;&#10;Description automatically generated">
            <a:extLst>
              <a:ext uri="{FF2B5EF4-FFF2-40B4-BE49-F238E27FC236}">
                <a16:creationId xmlns:a16="http://schemas.microsoft.com/office/drawing/2014/main" id="{1D5FD1DC-2C5A-8131-B12F-8B94CC80B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23858"/>
            <a:ext cx="515161" cy="194616"/>
          </a:xfrm>
          <a:prstGeom prst="rect">
            <a:avLst/>
          </a:prstGeom>
        </p:spPr>
      </p:pic>
      <p:pic>
        <p:nvPicPr>
          <p:cNvPr id="7" name="Picture 6" descr="A green sign with a person running&#10;&#10;Description automatically generated">
            <a:extLst>
              <a:ext uri="{FF2B5EF4-FFF2-40B4-BE49-F238E27FC236}">
                <a16:creationId xmlns:a16="http://schemas.microsoft.com/office/drawing/2014/main" id="{FD4EF617-6893-7C74-4191-357DA95AB5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285" y="4395649"/>
            <a:ext cx="515161" cy="194616"/>
          </a:xfrm>
          <a:prstGeom prst="rect">
            <a:avLst/>
          </a:prstGeom>
        </p:spPr>
      </p:pic>
      <p:pic>
        <p:nvPicPr>
          <p:cNvPr id="9" name="Picture 8" descr="A green sign with white arrows and people&#10;&#10;Description automatically generated">
            <a:extLst>
              <a:ext uri="{FF2B5EF4-FFF2-40B4-BE49-F238E27FC236}">
                <a16:creationId xmlns:a16="http://schemas.microsoft.com/office/drawing/2014/main" id="{18252C30-04C1-85EA-F8D8-C288A520A2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626" y="2041231"/>
            <a:ext cx="397213" cy="397213"/>
          </a:xfrm>
          <a:prstGeom prst="rect">
            <a:avLst/>
          </a:prstGeom>
        </p:spPr>
      </p:pic>
      <p:pic>
        <p:nvPicPr>
          <p:cNvPr id="10" name="Picture 9" descr="A green sign with white arrows and people&#10;&#10;Description automatically generated">
            <a:extLst>
              <a:ext uri="{FF2B5EF4-FFF2-40B4-BE49-F238E27FC236}">
                <a16:creationId xmlns:a16="http://schemas.microsoft.com/office/drawing/2014/main" id="{8FAD75B6-D844-F72F-A929-8AA2DD9BF3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285" y="2041232"/>
            <a:ext cx="397213" cy="397213"/>
          </a:xfrm>
          <a:prstGeom prst="rect">
            <a:avLst/>
          </a:prstGeom>
        </p:spPr>
      </p:pic>
      <p:pic>
        <p:nvPicPr>
          <p:cNvPr id="12" name="Picture 11" descr="A green and white cross on a green background&#10;&#10;Description automatically generated">
            <a:extLst>
              <a:ext uri="{FF2B5EF4-FFF2-40B4-BE49-F238E27FC236}">
                <a16:creationId xmlns:a16="http://schemas.microsoft.com/office/drawing/2014/main" id="{6C8DD8B5-BDD1-9940-1F47-B63DE73F50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446" y="1782108"/>
            <a:ext cx="397213" cy="397213"/>
          </a:xfrm>
          <a:prstGeom prst="rect">
            <a:avLst/>
          </a:prstGeom>
        </p:spPr>
      </p:pic>
      <p:pic>
        <p:nvPicPr>
          <p:cNvPr id="2" name="Picture 1" descr="A green and white cross on a green background&#10;&#10;Description automatically generated">
            <a:extLst>
              <a:ext uri="{FF2B5EF4-FFF2-40B4-BE49-F238E27FC236}">
                <a16:creationId xmlns:a16="http://schemas.microsoft.com/office/drawing/2014/main" id="{6CA82832-5F3F-916F-741A-17D60720C6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370" y="2804794"/>
            <a:ext cx="397213" cy="397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EC5F51-6B75-970D-9F03-9D91B9C32F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932"/>
          <a:stretch/>
        </p:blipFill>
        <p:spPr>
          <a:xfrm>
            <a:off x="590804" y="839195"/>
            <a:ext cx="10823956" cy="5163941"/>
          </a:xfrm>
          <a:prstGeom prst="rect">
            <a:avLst/>
          </a:prstGeom>
        </p:spPr>
      </p:pic>
      <p:pic>
        <p:nvPicPr>
          <p:cNvPr id="11" name="Picture 10" descr="A green and white cross on a green background&#10;&#10;Description automatically generated">
            <a:extLst>
              <a:ext uri="{FF2B5EF4-FFF2-40B4-BE49-F238E27FC236}">
                <a16:creationId xmlns:a16="http://schemas.microsoft.com/office/drawing/2014/main" id="{A22C980F-5858-F206-D37A-62554F4C30E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6572" y="2350277"/>
            <a:ext cx="309801" cy="30980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4B7F5F1-3635-4045-AF5F-FC0DF88631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553" y="1946858"/>
            <a:ext cx="651108" cy="65110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DB5F7BB-A572-4298-9963-8CBDBF8B0E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033" y="3962267"/>
            <a:ext cx="651108" cy="65110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9148A38-9B3B-4F8C-B043-1087F1BFB1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179" y="3805249"/>
            <a:ext cx="651108" cy="65110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5F4FB39-FA32-4E3A-890B-7A59AF5A92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979" y="2299722"/>
            <a:ext cx="651108" cy="65110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998A650-B0F5-4FE1-9C30-B2544573D1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015" y="3066340"/>
            <a:ext cx="651108" cy="65110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511FE8-1E4D-4B3A-99D7-740A152D0E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452" y="2041104"/>
            <a:ext cx="651108" cy="65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8074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4 COLOR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F17E35"/>
      </a:accent1>
      <a:accent2>
        <a:srgbClr val="F05123"/>
      </a:accent2>
      <a:accent3>
        <a:srgbClr val="E4202D"/>
      </a:accent3>
      <a:accent4>
        <a:srgbClr val="E61D2B"/>
      </a:accent4>
      <a:accent5>
        <a:srgbClr val="DA1963"/>
      </a:accent5>
      <a:accent6>
        <a:srgbClr val="7A51A0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E0C0E9A-E581-428A-8889-B97B4F5CE768}" vid="{589B73BF-97A6-4937-AC30-EC71C6187D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15d927-a87f-417a-8d58-bffa0ef560bf" xsi:nil="true"/>
    <lcf76f155ced4ddcb4097134ff3c332f xmlns="3ce2ae4e-bd1b-47ec-a92d-b9ae2324212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F75929D52472478AB1668E58DB8069" ma:contentTypeVersion="16" ma:contentTypeDescription="Create a new document." ma:contentTypeScope="" ma:versionID="03c69b188ab03b9db4dcddd643d7a45c">
  <xsd:schema xmlns:xsd="http://www.w3.org/2001/XMLSchema" xmlns:xs="http://www.w3.org/2001/XMLSchema" xmlns:p="http://schemas.microsoft.com/office/2006/metadata/properties" xmlns:ns2="3ce2ae4e-bd1b-47ec-a92d-b9ae2324212b" xmlns:ns3="0f15d927-a87f-417a-8d58-bffa0ef560bf" targetNamespace="http://schemas.microsoft.com/office/2006/metadata/properties" ma:root="true" ma:fieldsID="ad967a6975ae661b4267d8d98b3346c5" ns2:_="" ns3:_="">
    <xsd:import namespace="3ce2ae4e-bd1b-47ec-a92d-b9ae2324212b"/>
    <xsd:import namespace="0f15d927-a87f-417a-8d58-bffa0ef560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e2ae4e-bd1b-47ec-a92d-b9ae232421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81fe904-b0d3-4f5f-8023-6b547404f2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15d927-a87f-417a-8d58-bffa0ef560b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f22b549-6b44-493e-b5cd-f52a8fae2337}" ma:internalName="TaxCatchAll" ma:showField="CatchAllData" ma:web="0f15d927-a87f-417a-8d58-bffa0ef560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C82F3-912F-43F7-AD16-B82180B0F2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E39B91-B2B0-4676-9E44-2062D3F47C76}">
  <ds:schemaRefs>
    <ds:schemaRef ds:uri="http://schemas.microsoft.com/office/2006/metadata/properties"/>
    <ds:schemaRef ds:uri="http://purl.org/dc/terms/"/>
    <ds:schemaRef ds:uri="3ce2ae4e-bd1b-47ec-a92d-b9ae2324212b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0f15d927-a87f-417a-8d58-bffa0ef560b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F6DC866-E776-4F8E-95FD-1720E3F881DF}"/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21227</TotalTime>
  <Words>12</Words>
  <Application>Microsoft Office PowerPoint</Application>
  <PresentationFormat>Широкоэкранный</PresentationFormat>
  <Paragraphs>4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Theme1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Emin Dostiyari</dc:creator>
  <cp:lastModifiedBy>Javokhir Kulmuradov</cp:lastModifiedBy>
  <cp:revision>158</cp:revision>
  <cp:lastPrinted>2025-10-16T08:36:03Z</cp:lastPrinted>
  <dcterms:created xsi:type="dcterms:W3CDTF">2022-01-06T11:56:13Z</dcterms:created>
  <dcterms:modified xsi:type="dcterms:W3CDTF">2025-10-16T08:36:23Z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702bf62-88e6-456d-b298-e2abb13de1ea_Enabled">
    <vt:lpwstr>true</vt:lpwstr>
  </property>
  <property fmtid="{D5CDD505-2E9C-101B-9397-08002B2CF9AE}" pid="3" name="MSIP_Label_0702bf62-88e6-456d-b298-e2abb13de1ea_SetDate">
    <vt:lpwstr>2022-01-24T16:37:55Z</vt:lpwstr>
  </property>
  <property fmtid="{D5CDD505-2E9C-101B-9397-08002B2CF9AE}" pid="4" name="MSIP_Label_0702bf62-88e6-456d-b298-e2abb13de1ea_Method">
    <vt:lpwstr>Standard</vt:lpwstr>
  </property>
  <property fmtid="{D5CDD505-2E9C-101B-9397-08002B2CF9AE}" pid="5" name="MSIP_Label_0702bf62-88e6-456d-b298-e2abb13de1ea_Name">
    <vt:lpwstr>0702bf62-88e6-456d-b298-e2abb13de1ea</vt:lpwstr>
  </property>
  <property fmtid="{D5CDD505-2E9C-101B-9397-08002B2CF9AE}" pid="6" name="MSIP_Label_0702bf62-88e6-456d-b298-e2abb13de1ea_SiteId">
    <vt:lpwstr>548d26ab-8caa-49e1-97c2-a1b1a06cc39c</vt:lpwstr>
  </property>
  <property fmtid="{D5CDD505-2E9C-101B-9397-08002B2CF9AE}" pid="7" name="MSIP_Label_0702bf62-88e6-456d-b298-e2abb13de1ea_ActionId">
    <vt:lpwstr>7346aef5-f48f-49b2-b4c2-bd663fa3da72</vt:lpwstr>
  </property>
  <property fmtid="{D5CDD505-2E9C-101B-9397-08002B2CF9AE}" pid="8" name="MSIP_Label_0702bf62-88e6-456d-b298-e2abb13de1ea_ContentBits">
    <vt:lpwstr>2</vt:lpwstr>
  </property>
  <property fmtid="{D5CDD505-2E9C-101B-9397-08002B2CF9AE}" pid="9" name="ContentTypeId">
    <vt:lpwstr>0x010100DBF75929D52472478AB1668E58DB8069</vt:lpwstr>
  </property>
  <property fmtid="{D5CDD505-2E9C-101B-9397-08002B2CF9AE}" pid="10" name="MediaServiceImageTags">
    <vt:lpwstr/>
  </property>
  <property fmtid="{D5CDD505-2E9C-101B-9397-08002B2CF9AE}" pid="11" name="MSIP_Label_32a69aeb-dc6f-4700-b3da-e685bd12f361_Enabled">
    <vt:lpwstr>true</vt:lpwstr>
  </property>
  <property fmtid="{D5CDD505-2E9C-101B-9397-08002B2CF9AE}" pid="12" name="MSIP_Label_32a69aeb-dc6f-4700-b3da-e685bd12f361_SetDate">
    <vt:lpwstr>2025-10-16T08:36:23Z</vt:lpwstr>
  </property>
  <property fmtid="{D5CDD505-2E9C-101B-9397-08002B2CF9AE}" pid="13" name="MSIP_Label_32a69aeb-dc6f-4700-b3da-e685bd12f361_Method">
    <vt:lpwstr>Privileged</vt:lpwstr>
  </property>
  <property fmtid="{D5CDD505-2E9C-101B-9397-08002B2CF9AE}" pid="14" name="MSIP_Label_32a69aeb-dc6f-4700-b3da-e685bd12f361_Name">
    <vt:lpwstr>32a69aeb-dc6f-4700-b3da-e685bd12f361</vt:lpwstr>
  </property>
  <property fmtid="{D5CDD505-2E9C-101B-9397-08002B2CF9AE}" pid="15" name="MSIP_Label_32a69aeb-dc6f-4700-b3da-e685bd12f361_SiteId">
    <vt:lpwstr>e4dddef5-d743-42fa-99da-83120e7bf32e</vt:lpwstr>
  </property>
  <property fmtid="{D5CDD505-2E9C-101B-9397-08002B2CF9AE}" pid="16" name="MSIP_Label_32a69aeb-dc6f-4700-b3da-e685bd12f361_ActionId">
    <vt:lpwstr>08d4c044-af7b-41e3-93eb-bf806d69a622</vt:lpwstr>
  </property>
  <property fmtid="{D5CDD505-2E9C-101B-9397-08002B2CF9AE}" pid="17" name="MSIP_Label_32a69aeb-dc6f-4700-b3da-e685bd12f361_ContentBits">
    <vt:lpwstr>2</vt:lpwstr>
  </property>
</Properties>
</file>